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P_Title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deco_500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000" y="1980000"/>
            <a:ext cx="9360000" cy="1440000"/>
          </a:xfrm>
        </p:spPr>
        <p:txBody>
          <a:bodyPr/>
          <a:lstStyle>
            <a:lvl1pPr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00" y="3780000"/>
            <a:ext cx="7920000" cy="720000"/>
          </a:xfrm>
        </p:spPr>
        <p:txBody>
          <a:bodyPr/>
          <a:lstStyle>
            <a:lvl1pPr>
              <a:defRPr sz="2200" b="0">
                <a:solidFill>
                  <a:srgbClr val="CADCFC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P_Content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deco_510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11" name="deco_511"/>
          <p:cNvSpPr/>
          <p:nvPr/>
        </p:nvSpPr>
        <p:spPr>
          <a:xfrm>
            <a:off x="720000" y="936000"/>
            <a:ext cx="9360000" cy="54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10440000" cy="540000"/>
          </a:xfrm>
        </p:spPr>
        <p:txBody>
          <a:bodyPr/>
          <a:lstStyle>
            <a:lvl1pPr>
              <a:defRPr sz="3200" b="1">
                <a:solidFill>
                  <a:srgbClr val="1E276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1152000"/>
            <a:ext cx="7200000" cy="4680000"/>
          </a:xfrm>
        </p:spPr>
        <p:txBody>
          <a:bodyPr/>
          <a:lstStyle>
            <a:lvl1pPr>
              <a:defRPr sz="1800" b="0">
                <a:solidFill>
                  <a:srgbClr val="21212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P_Intro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deco_520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1" name="deco_521"/>
          <p:cNvSpPr/>
          <p:nvPr/>
        </p:nvSpPr>
        <p:spPr>
          <a:xfrm>
            <a:off x="288000" y="900000"/>
            <a:ext cx="180000" cy="468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000" y="360000"/>
            <a:ext cx="10080000" cy="540000"/>
          </a:xfrm>
        </p:spPr>
        <p:txBody>
          <a:bodyPr anchor="t"/>
          <a:lstStyle>
            <a:lvl1pPr>
              <a:defRPr sz="3000" b="1">
                <a:solidFill>
                  <a:srgbClr val="1E276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000" y="1080000"/>
            <a:ext cx="9360000" cy="4860000"/>
          </a:xfrm>
        </p:spPr>
        <p:txBody>
          <a:bodyPr anchor="b"/>
          <a:lstStyle>
            <a:lvl1pPr>
              <a:defRPr sz="1800" b="0">
                <a:solidFill>
                  <a:srgbClr val="21212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P_Closing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eco_530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" name="deco_531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2" name="deco_532"/>
          <p:cNvSpPr/>
          <p:nvPr/>
        </p:nvSpPr>
        <p:spPr>
          <a:xfrm>
            <a:off x="720000" y="972000"/>
            <a:ext cx="2160000" cy="72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10080000" cy="576000"/>
          </a:xfrm>
        </p:spPr>
        <p:txBody>
          <a:bodyPr/>
          <a:lstStyle>
            <a:lvl1pPr>
              <a:defRPr sz="3200" b="1">
                <a:solidFill>
                  <a:srgbClr val="1E276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1260000"/>
            <a:ext cx="10080000" cy="4320000"/>
          </a:xfrm>
        </p:spPr>
        <p:txBody>
          <a:bodyPr/>
          <a:lstStyle>
            <a:lvl1pPr>
              <a:defRPr sz="1800" b="0">
                <a:solidFill>
                  <a:srgbClr val="21212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P_Sources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288000"/>
            <a:ext cx="10080000" cy="540000"/>
          </a:xfrm>
        </p:spPr>
        <p:txBody>
          <a:bodyPr/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007999"/>
            <a:ext cx="10440000" cy="5040000"/>
          </a:xfrm>
        </p:spPr>
        <p:txBody>
          <a:bodyPr anchor="b"/>
          <a:lstStyle>
            <a:lvl1pPr>
              <a:defRPr sz="1300" b="0">
                <a:solidFill>
                  <a:srgbClr val="CADCFC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P_SectionBreak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deco_550"/>
          <p:cNvSpPr/>
          <p:nvPr/>
        </p:nvSpPr>
        <p:spPr>
          <a:xfrm>
            <a:off x="6433200" y="0"/>
            <a:ext cx="5760000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2340000"/>
            <a:ext cx="5400000" cy="180000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P_Code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deco_560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" name="Placeholder 0"/>
          <p:cNvSpPr>
            <a:spLocks noGrp="1"/>
          </p:cNvSpPr>
          <p:nvPr>
            <p:ph idx="0" type="title"/>
          </p:nvPr>
        </p:nvSpPr>
        <p:spPr>
          <a:xfrm>
            <a:off x="720000" y="360000"/>
            <a:ext cx="10440000" cy="540000"/>
          </a:xfrm>
        </p:spPr>
        <p:txBody>
          <a:bodyPr/>
          <a:lstStyle>
            <a:lvl1pPr>
              <a:defRPr sz="2800" b="1">
                <a:solidFill>
                  <a:srgbClr val="1E2761"/>
                </a:solidFill>
              </a:defRPr>
            </a:lvl1pPr>
          </a:lstStyle>
          <a:p/>
        </p:txBody>
      </p:sp>
      <p:sp>
        <p:nvSpPr>
          <p:cNvPr id="901" name="Placeholder 1"/>
          <p:cNvSpPr>
            <a:spLocks noGrp="1"/>
          </p:cNvSpPr>
          <p:nvPr>
            <p:ph idx="1"/>
          </p:nvPr>
        </p:nvSpPr>
        <p:spPr>
          <a:xfrm>
            <a:off x="720000" y="1080000"/>
            <a:ext cx="10440000" cy="5040000"/>
          </a:xfrm>
        </p:spPr>
        <p:txBody>
          <a:bodyPr/>
          <a:lstStyle>
            <a:lvl1pPr>
              <a:defRPr sz="1400" b="0">
                <a:solidFill>
                  <a:srgbClr val="212121"/>
                </a:solidFill>
              </a:defRPr>
            </a:lvl1pPr>
          </a:lstStyle>
          <a:p/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